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B4C6BD-3F61-4FA7-90DD-F73E5490CDF8}">
  <a:tblStyle styleId="{08B4C6BD-3F61-4FA7-90DD-F73E5490CD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62025" y="1646039"/>
            <a:ext cx="490061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VeriFact-AI Pro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2895600"/>
            <a:ext cx="76200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Detección Inteligente de Desinformación mediante Machine Learning Local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962025" y="4556521"/>
            <a:ext cx="1905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62025" y="4766071"/>
            <a:ext cx="326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Hecho por Adrián Hurtado Jiménez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5975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2257425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 la era digital, la propagación de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Fake News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ocurre a una velocidad superior a la capacidad humana de verificación.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95500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33450" y="2995552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2996505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Manipulación de la opinión pública mediante sesgos.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33450" y="3412718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341367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Dificultad para discernir fuentes legítimas.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33450" y="3829883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3830835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Riesgo reputacional y social masivo.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581025"/>
            <a:ext cx="750093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 Amenaza de la Desinformación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3627"/>
            <a:ext cx="3486150" cy="260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93627"/>
            <a:ext cx="3486150" cy="260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593627"/>
            <a:ext cx="3486150" cy="260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88902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76300" y="346040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Tiempo Real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3908077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Análisis instantáneo de titulares y cuerpos de noticia introducidos por el usuario.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888902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648200" y="346040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IA Autónoma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8200" y="3908077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 depende de verificadores humanos externos, utiliza patrones matemáticos de desinformación.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888902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420100" y="346040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Acceso Universal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20100" y="3908077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Capacidad para procesar URLs de cualquier medio digital de forma automatizada.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581025"/>
            <a:ext cx="51806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VeriFact-AI: La Solución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6"/>
          <p:cNvGraphicFramePr/>
          <p:nvPr/>
        </p:nvGraphicFramePr>
        <p:xfrm>
          <a:off x="581025" y="24631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{08B4C6BD-3F61-4FA7-90DD-F73E5490CDF8}</a:tableStyleId>
              </a:tblPr>
              <a:tblGrid>
                <a:gridCol w="3243125"/>
                <a:gridCol w="3666075"/>
                <a:gridCol w="4120750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Etapa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Tecnología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Resultado / Reto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Fase 1: API Externa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DuckDuckGo AI (Llama 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Deprecated / Bloqueos de IP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Fase 2: Cloud Inferencia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Hugging Face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9E0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Latencia y Saturación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Fase 3: ML Local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Scikit-Learn (Naive Bayes)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 Offline y Robusto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16"/>
          <p:cNvSpPr/>
          <p:nvPr/>
        </p:nvSpPr>
        <p:spPr>
          <a:xfrm>
            <a:off x="581025" y="3629917"/>
            <a:ext cx="324311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824138" y="3629917"/>
            <a:ext cx="36660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490221" y="3629917"/>
            <a:ext cx="41207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025" y="4201417"/>
            <a:ext cx="324311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824138" y="4201417"/>
            <a:ext cx="36660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490221" y="4201417"/>
            <a:ext cx="41207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81025" y="4772917"/>
            <a:ext cx="324311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824138" y="4772917"/>
            <a:ext cx="36660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490221" y="4772917"/>
            <a:ext cx="41207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721" y="44157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721" y="32727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0721" y="38442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721" y="32727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0721" y="38442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721" y="441573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71525" y="581025"/>
            <a:ext cx="73809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Evolución: De APIs a Modelo Local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6381750" y="208597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Stack Tecnológico Blindado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81750" y="2457450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Streamlit: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Interfaz reactiva y moderna.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381750" y="2922240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Scikit-Learn: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Motor de inferencia matemática.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381750" y="3387030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Newspaper3K: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Scraping avanzado de artículos.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0031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651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2989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71525" y="581025"/>
            <a:ext cx="545068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Arquitectura del Sistema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8262" y="1864838"/>
            <a:ext cx="4217209" cy="322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1362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674244"/>
            <a:ext cx="5229225" cy="56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81025" y="2550318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Procesamiento Lingüístico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81025" y="2940843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modelo utiliza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TF-IDF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para convertir el texto en una matriz numérica, penalizando palabras comunes y resaltando términos clave de desinformación.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3935164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clasificador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Naive Bayes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estima la probabilidad de que una noticia sea falsa basándose en su frecuencia léxica.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0887" y="2000250"/>
            <a:ext cx="37909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875758"/>
            <a:ext cx="1030337" cy="17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71525" y="581025"/>
            <a:ext cx="715089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Cerebro: Naive Bayes &amp; TF-IDF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81025" y="2912715"/>
            <a:ext cx="52292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4284315"/>
            <a:ext cx="5229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Disponibilidad (Offline)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381750" y="291271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Ventajas Competitivas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53225" y="3284190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Sin riesgo de bloqueos por CAPTCHA/IP.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53225" y="3748980"/>
            <a:ext cx="485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Respuesta en milisegundos</a:t>
            </a:r>
            <a:r>
              <a:rPr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24650" y="4213770"/>
            <a:ext cx="48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Privacidad de datos total.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974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76222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27016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71525" y="581025"/>
            <a:ext cx="507063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Resultados y Fiabilidad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493871" y="2959447"/>
            <a:ext cx="366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Detección Multilingüe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3349972"/>
            <a:ext cx="3486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Optimizado para patrones de desinformación en Español e Inglés.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265771" y="2959447"/>
            <a:ext cx="366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Justificación IA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352925" y="3349972"/>
            <a:ext cx="3486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sistema explica por qué considera un texto como real o falso.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037671" y="2959447"/>
            <a:ext cx="366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Repo Profesional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124825" y="3349972"/>
            <a:ext cx="3486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Código versionado en GitHub siguiendo estándares de la industria.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71525" y="581025"/>
            <a:ext cx="564070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Capacidades del Sistema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581025" y="5263455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El crecimiento exponencial de contenido generado por IA hace que herramientas como VeriFact sean críticas para la higiene informativa.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71525" y="581025"/>
            <a:ext cx="677084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Evolución de la Desinformación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/>
          <p:nvPr/>
        </p:nvSpPr>
        <p:spPr>
          <a:xfrm>
            <a:off x="581100" y="3056772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20437" y="2961522"/>
            <a:ext cx="254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Investigación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28725" y="3356185"/>
            <a:ext cx="242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Análisis de librerías de NLP y APIs de búsqueda.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3388206" y="2961522"/>
            <a:ext cx="254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Desarrollo UI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3448969" y="3356172"/>
            <a:ext cx="242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Construcción de la interfaz Streamlit y Scraping.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255975" y="2961522"/>
            <a:ext cx="254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Pivot Técnico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377388" y="3356185"/>
            <a:ext cx="242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Migración a modelo local Naive Bayes para fiabilidad.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123745" y="2961522"/>
            <a:ext cx="254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Deployment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123757" y="3356172"/>
            <a:ext cx="242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Versionado y publicación en GitHub.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771525" y="581025"/>
            <a:ext cx="39004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Hitos del Proyecto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75" y="3027015"/>
            <a:ext cx="5048250" cy="165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305276" y="58102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81025" y="1762125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Muchas gracias por su atención.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3867150" y="3493740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Repositorio GitHub: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3867150" y="3939480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github.com/adrianhurtadojimenez10-collab/VeriFact-AI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